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F8CE5E-32DC-6652-178A-058C53759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033DE5-F514-A604-D030-BA87F973D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E41555-8670-2907-F3F8-34128AA27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2ED929-FCB0-B104-10E6-60A849318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11FD5D-E162-E4A8-479B-917EAA262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349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F46F4F-085A-871F-090B-165892AA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372626-91DB-C63A-036B-8FD20EEE4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2223C-A5DB-4FAA-BFC1-708ABA375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356705-26C6-3CEF-5114-F9B724FC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3FF975-38B5-2B3D-B99E-5741D80C3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49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DC17C0-DFC3-4013-9710-0EB0FEF6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ACD752-57D7-B09F-A001-7EE274BFA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9A9FD2-4365-C900-107D-9FA9C883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1A09A9-6A92-A689-30A1-AFAB15E7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FCB7C9-293D-4EE8-B673-171C37293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555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E49EF-6E9C-16CB-2B3D-141D46A7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02723F-6E14-9907-2314-7DF7ED189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12FBD4-92BB-C8F1-DFB9-F446F8D7D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087F59-437C-0749-E8FF-F52A9E62B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0AF9F2-5E13-8722-DF97-F49DFEB7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AE7006-2F36-6E95-1F76-EA8EEC00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7031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E8BFA4-10D8-BEBC-5497-1E57593FE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77B74C-0EF2-D71C-0526-3AE8A8828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0798335-142D-0368-1D7F-5C6DA2318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C5D7DC0-961B-42C6-A259-E72B76D21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46718BA-2B4C-2098-83A7-977A2AAF2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731F2A4-A533-451C-7EB1-F8A44180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8124861-09B8-7E3F-11DF-EB31EB18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B27EAF0-86A3-00A7-3D2E-CA49F50BF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864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F0795-4F8F-A51B-3F01-64B64F76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264659-75C1-AB31-85A3-675BA7CB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DC53A6-5713-BE8E-E756-9B3892D9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38835A-C0EE-24A7-8749-AE20F2DE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887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9BC598B-E718-84BB-D001-5A81F866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BE7A419-B1D5-BADF-6177-C0FECB55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5A3FB7-885D-6B2E-425D-3FFA05BD4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440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1CF842-BCFD-49A2-8917-A63547A87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6BE0E8-24BD-C264-882B-D7A5EBCE3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B45CBE-0CF7-C863-6040-BE20EF20D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F4D5B2-AA82-8B40-A391-115EA9474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77FC04-CD16-8F1A-50D4-4FFD6B984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FA4AE4-33A0-B00E-B86F-7166F1955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2637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886D22-64F7-2409-7A94-960B472C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760AE5C-C248-2F0B-9FAE-0D2D51ADC7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9DC646-AAAC-CD32-0454-74EA7E952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3A4F7A-C568-23E4-C1D7-65A3A6BC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EFED34-21C1-656E-20DB-C5129A000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5551D5-37BD-8E34-59E0-0C535DA4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811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A89B5D-A2E1-5082-EB03-D1FCAAA9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A5C0C75-76C3-4892-314A-92C6B35B7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48C3E3-2866-57E2-FC35-7D623E1A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7A2F13-29EB-D556-5139-C1980D3B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36AE34-DD3E-EE38-F859-9DC79B0B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17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B9D89DB-DC08-9335-050B-A4574362A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A0143E2-6E22-EFBC-4A45-10C26F9A6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6F1BE9-31E7-D52A-64F5-1DDF87FB4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C06928-E6BC-052B-4007-31010468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9E7D53-06DB-A563-40EA-AF904E26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81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AD120-F47A-14C3-C398-CCE0A7C6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C473A1-E79F-0A1D-D87F-E697FA64F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449EE1-7A65-3EA4-9717-04F16A67A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57F26-920D-4BFA-B131-B017506297A7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CBAD31-2172-AE2C-E6AE-8AB036EE1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4BF3DF-3A79-57A9-1377-FEF284F5E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9103F-0306-4660-B6C4-87E59B2EA2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12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E4FEBB-B713-6E34-CBD0-DAC8DF6044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2274AC-41F1-C902-6F4A-CBDBFC9EC9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9618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Nöth</dc:creator>
  <cp:lastModifiedBy>Markus Nöth</cp:lastModifiedBy>
  <cp:revision>1</cp:revision>
  <dcterms:created xsi:type="dcterms:W3CDTF">2026-03-31T12:41:59Z</dcterms:created>
  <dcterms:modified xsi:type="dcterms:W3CDTF">2026-03-31T12:42:14Z</dcterms:modified>
</cp:coreProperties>
</file>